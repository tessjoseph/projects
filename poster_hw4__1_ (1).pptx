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aleway"/>
      <p:regular r:id="rId7"/>
      <p:bold r:id="rId8"/>
      <p:italic r:id="rId9"/>
      <p:boldItalic r:id="rId10"/>
    </p:embeddedFont>
    <p:embeddedFont>
      <p:font typeface="La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ato-regular.fntdata"/><Relationship Id="rId10" Type="http://schemas.openxmlformats.org/officeDocument/2006/relationships/font" Target="fonts/Raleway-boldItalic.fntdata"/><Relationship Id="rId13" Type="http://schemas.openxmlformats.org/officeDocument/2006/relationships/font" Target="fonts/Lato-italic.fntdata"/><Relationship Id="rId12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aleway-italic.fntdata"/><Relationship Id="rId14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aleway-regular.fntdata"/><Relationship Id="rId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https://aggsliterature.wordpress.com/wwi-letters-home/" TargetMode="External"/><Relationship Id="rId5" Type="http://schemas.openxmlformats.org/officeDocument/2006/relationships/hyperlink" Target="https://www.iwm.org.uk/history/letters-to-loved-ones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117225" y="-62300"/>
            <a:ext cx="7126500" cy="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80"/>
              <a:t>WW1 Soldier Letter Analysis</a:t>
            </a:r>
            <a:endParaRPr sz="3180"/>
          </a:p>
        </p:txBody>
      </p:sp>
      <p:pic>
        <p:nvPicPr>
          <p:cNvPr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3509100"/>
            <a:ext cx="5935498" cy="16878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117225" y="4780500"/>
            <a:ext cx="30000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Sources: </a:t>
            </a:r>
            <a:r>
              <a:rPr b="0" i="0" lang="en" sz="700" u="sng" cap="none" strike="noStrike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4"/>
              </a:rPr>
              <a:t>https://aggsliterature.wordpress.com/wwi-letters-home/</a:t>
            </a:r>
            <a:r>
              <a:rPr b="0" i="0" lang="en" sz="7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and </a:t>
            </a:r>
            <a:r>
              <a:rPr b="0" i="0" lang="en" sz="700" u="sng" cap="none" strike="noStrike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5"/>
              </a:rPr>
              <a:t>https://www.iwm.org.uk/history/letters-to-loved-ones</a:t>
            </a:r>
            <a:endParaRPr b="0" i="0" sz="7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9" name="Google Shape;8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04250" y="493500"/>
            <a:ext cx="3579400" cy="22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5992850" y="2830550"/>
            <a:ext cx="31908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(Left): This is a sankey diagram depicting the k most common words among the World War 1 letters. 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(Right): This is a sentiment analysis that shows a range of emotions. Through this you can see if soldiers just talked about daily life or if they showed their personal feelings and emotions.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(Bottom) : These are a set of word clouds that shows the most frequent words in each letter.  Words like ‘darling’, ‘anxious’, ‘worrying’, ‘rifle’ , ‘bayonet’ were prevalent. </a:t>
            </a:r>
            <a:endParaRPr b="0" i="0" sz="12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1" name="Google Shape;91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493500"/>
            <a:ext cx="5992852" cy="3015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